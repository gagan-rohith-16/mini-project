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Collaborative Notes is a full-stack web application that lets users create, organize, and share notes securely.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core problems this project solves: secure authentication, flexible note sharing, and better organization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3-tier architecture: React frontend, Spring Boot REST API with JWT security, and JPA-backed data layer using H2 for dev or PostgreSQL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delivered features: authentication, note CRUD with organization tools, share-by-code, and direct user sharing. Point to the live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summarizing what was achieved and mention potential future improvements like real-time WebSocket sync and a rich text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365760"/>
            <a:ext cx="1828800" cy="1828800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Notes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real-time note-taking platform with JWT-based authentication,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operations, and multi-user sharing capabilities.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Spring Boot  ·  Java 21  ·  Tailwind CSS  ·  JWT  ·  Docker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07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Secure Collaboration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3677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note apps lack per-user authentication and fine-grained sharing controls, exposing sensitive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5176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496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Flexible Sharing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2549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both shareable link codes and direct user-to-user sharing with editable or read-only access.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84048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6850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Organization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01421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need pinning, archiving, color-coding, and real-time search to be truly useful in day-to-day workflows.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12344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0" y="1325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Multi-user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669280" y="18928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24231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0" y="2514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Share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669280" y="3081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Direct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0" y="361188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0" y="3703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Auth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669280" y="42702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Sessions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627632"/>
            <a:ext cx="274320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4688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with React Router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API client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stored in memory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dashboard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pin/archive UI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27632"/>
            <a:ext cx="274320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· Java 21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011680"/>
            <a:ext cx="24688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filter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/api/auth/*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 /api/notes/*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4300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627632"/>
            <a:ext cx="274320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26480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H2 / PostgreSQL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011680"/>
            <a:ext cx="24688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entity + BCrypt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entity (CRUD)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NoteShareAccess join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code via UUID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user sharing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/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29844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Security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64208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login/register with Spring Security and BCrypt password hashing. Tokens validated on every request.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50876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77840" y="129844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Note CRUD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664208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view, update and delete notes. Color-code, pin important notes, archive and search across all content.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4612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03580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by Code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401568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UUID share code for any note. Set editable or read-only mode. Revoke access at any time.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292608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24612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77840" y="303580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User Share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3401568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notes directly to other registered users by email. Manage permissions and revoke per-user access.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645152"/>
            <a:ext cx="85039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Demo: https://collaborative-notes-three.vercel.app/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Scalable &amp; Secure Notes Platform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7132320" cy="640080"/>
          </a:xfrm>
          <a:prstGeom prst="roundRect">
            <a:avLst>
              <a:gd name="adj" fmla="val 11429"/>
            </a:avLst>
          </a:prstGeom>
          <a:solidFill>
            <a:srgbClr val="1C7293">
              <a:alpha val="25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1984248"/>
            <a:ext cx="6263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REST API with Spring Boot &amp; React frontend deployed live on Vercel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679192"/>
            <a:ext cx="7132320" cy="640080"/>
          </a:xfrm>
          <a:prstGeom prst="roundRect">
            <a:avLst>
              <a:gd name="adj" fmla="val 11429"/>
            </a:avLst>
          </a:prstGeom>
          <a:solidFill>
            <a:srgbClr val="1C7293">
              <a:alpha val="25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788920"/>
            <a:ext cx="6263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sharing model — share codes &amp; direct user invitations with editable/read-only access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483864"/>
            <a:ext cx="7132320" cy="640080"/>
          </a:xfrm>
          <a:prstGeom prst="roundRect">
            <a:avLst>
              <a:gd name="adj" fmla="val 11429"/>
            </a:avLst>
          </a:prstGeom>
          <a:solidFill>
            <a:srgbClr val="1C7293">
              <a:alpha val="25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593592"/>
            <a:ext cx="6263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Docker-ready, cloud-deployable architecture with Render/Railway backend and Vercel frontend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Enhancements:  Real-time WebSocket sync  ·  Rich text editor  ·  Note tagging &amp; folders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Notes System</dc:title>
  <dc:subject>PptxGenJS Presentation</dc:subject>
  <dc:creator>PptxGenJS</dc:creator>
  <cp:lastModifiedBy>PptxGenJS</cp:lastModifiedBy>
  <cp:revision>1</cp:revision>
  <dcterms:created xsi:type="dcterms:W3CDTF">2026-06-25T07:07:45Z</dcterms:created>
  <dcterms:modified xsi:type="dcterms:W3CDTF">2026-06-25T07:07:45Z</dcterms:modified>
</cp:coreProperties>
</file>